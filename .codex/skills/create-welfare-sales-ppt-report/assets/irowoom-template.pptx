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2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Noto Sans KR" panose="020B0500000000000000" pitchFamily="50" charset="-127"/>
      <p:regular r:id="rId8"/>
      <p:bold r:id="rId9"/>
    </p:embeddedFont>
    <p:embeddedFont>
      <p:font typeface="Noto Sans KR Black" panose="020B0A00000000000000" pitchFamily="50" charset="-127"/>
      <p:bold r:id="rId10"/>
    </p:embeddedFont>
    <p:embeddedFont>
      <p:font typeface="Noto Sans KR Medium" panose="020B0600000000000000" pitchFamily="50" charset="-127"/>
      <p:regular r:id="rId11"/>
    </p:embeddedFont>
    <p:embeddedFont>
      <p:font typeface="Noto Sans Black" panose="020B0600000101010101" charset="0"/>
      <p:bold r:id="rId12"/>
    </p:embeddedFont>
    <p:embeddedFont>
      <p:font typeface="Noto Sans Medium" panose="020B0600000101010101" charset="0"/>
      <p:regular r:id="rId1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2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0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2000" cy="6857657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7A1F1529-0656-9540-B6B9-76141F2F6D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586427"/>
            <a:ext cx="9939509" cy="2577948"/>
          </a:xfrm>
          <a:prstGeom prst="rect">
            <a:avLst/>
          </a:prstGeom>
        </p:spPr>
        <p:txBody>
          <a:bodyPr anchor="t">
            <a:normAutofit/>
          </a:bodyPr>
          <a:lstStyle>
            <a:lvl1pPr algn="r">
              <a:lnSpc>
                <a:spcPct val="100000"/>
              </a:lnSpc>
              <a:defRPr sz="42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KR Medium" panose="020B0600000000000000" pitchFamily="50" charset="-127"/>
                <a:ea typeface="Noto Sans KR Medium" panose="020B0600000000000000" pitchFamily="50" charset="-127"/>
                <a:cs typeface="Noto Sans Medium" panose="020B0602040504020204" pitchFamily="34" charset="0"/>
              </a:defRPr>
            </a:lvl1pPr>
          </a:lstStyle>
          <a:p>
            <a:endParaRPr kumimoji="1" lang="en-US" altLang="ko-KR" dirty="0"/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5B86C9B9-51C0-104D-B247-B5792B2E4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511423"/>
            <a:ext cx="9939510" cy="10990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Noto Sans KR Medium" panose="020B0600000000000000" pitchFamily="50" charset="-127"/>
                <a:ea typeface="Noto Sans KR Medium" panose="020B0600000000000000" pitchFamily="50" charset="-127"/>
                <a:cs typeface="Noto Sans Medium" panose="020B060204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64457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AE9D4254-F120-D748-BB42-E2967A00BD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0512" t="22490" r="1415" b="3132"/>
          <a:stretch/>
        </p:blipFill>
        <p:spPr>
          <a:xfrm>
            <a:off x="6209063" y="1586427"/>
            <a:ext cx="5810339" cy="5056743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7A1F1529-0656-9540-B6B9-76141F2F6D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8135" y="1586427"/>
            <a:ext cx="10735374" cy="2577948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KR Medium" panose="020B0600000000000000" pitchFamily="50" charset="-127"/>
                <a:ea typeface="Noto Sans KR Medium" panose="020B0600000000000000" pitchFamily="50" charset="-127"/>
                <a:cs typeface="Noto Sans Medium" panose="020B0602040504020204" pitchFamily="34" charset="0"/>
              </a:defRPr>
            </a:lvl1pPr>
          </a:lstStyle>
          <a:p>
            <a:endParaRPr kumimoji="1" lang="en-US" altLang="ko-KR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5B86C9B9-51C0-104D-B247-B5792B2E4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134" y="4511423"/>
            <a:ext cx="10735375" cy="10990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Noto Sans KR Medium" panose="020B0600000000000000" pitchFamily="50" charset="-127"/>
                <a:ea typeface="Noto Sans KR Medium" panose="020B0600000000000000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kumimoji="1"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392" t="2280" r="2296" b="79341"/>
          <a:stretch/>
        </p:blipFill>
        <p:spPr>
          <a:xfrm>
            <a:off x="9069858" y="156519"/>
            <a:ext cx="2842056" cy="126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566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인덱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90A948E9-5E86-9244-BF00-36FED935D4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제목 1">
            <a:extLst>
              <a:ext uri="{FF2B5EF4-FFF2-40B4-BE49-F238E27FC236}">
                <a16:creationId xmlns:a16="http://schemas.microsoft.com/office/drawing/2014/main" id="{3FEB505B-8A24-FB4E-8586-D4B82148F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134" y="1081997"/>
            <a:ext cx="4025169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  <a:latin typeface="Noto Sans KR Medium" panose="020B0600000000000000" pitchFamily="50" charset="-127"/>
                <a:ea typeface="Noto Sans KR Medium" panose="020B0600000000000000" pitchFamily="50" charset="-127"/>
                <a:cs typeface="Noto Sans Medium" panose="020B0602040504020204" pitchFamily="34" charset="0"/>
              </a:defRPr>
            </a:lvl1pPr>
          </a:lstStyle>
          <a:p>
            <a:r>
              <a:rPr kumimoji="1" lang="en-US" altLang="ko-KR" dirty="0"/>
              <a:t>Contents</a:t>
            </a:r>
            <a:endParaRPr kumimoji="1" lang="ko-KR" altLang="en-US" dirty="0"/>
          </a:p>
        </p:txBody>
      </p:sp>
      <p:sp>
        <p:nvSpPr>
          <p:cNvPr id="13" name="텍스트 개체 틀 2">
            <a:extLst>
              <a:ext uri="{FF2B5EF4-FFF2-40B4-BE49-F238E27FC236}">
                <a16:creationId xmlns:a16="http://schemas.microsoft.com/office/drawing/2014/main" id="{3536103B-24CC-0348-928C-498F36591CC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554984" y="1339162"/>
            <a:ext cx="527606" cy="4710477"/>
          </a:xfrm>
          <a:prstGeom prst="rect">
            <a:avLst/>
          </a:prstGeom>
        </p:spPr>
        <p:txBody>
          <a:bodyPr lIns="90000" tIns="46800" rIns="90000" bIns="46800" anchor="t">
            <a:noAutofit/>
          </a:bodyPr>
          <a:lstStyle>
            <a:lvl1pPr marL="0" indent="0">
              <a:lnSpc>
                <a:spcPct val="150000"/>
              </a:lnSpc>
              <a:buNone/>
              <a:defRPr sz="2000" b="1">
                <a:solidFill>
                  <a:schemeClr val="bg1"/>
                </a:solidFill>
                <a:latin typeface="Noto Sans KR Black" panose="020B0A00000000000000" pitchFamily="50" charset="-127"/>
                <a:ea typeface="Noto Sans KR Black" panose="020B0A00000000000000" pitchFamily="50" charset="-127"/>
                <a:cs typeface="Noto Sans Black" panose="020B0A0204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ko-KR" dirty="0"/>
              <a:t>00</a:t>
            </a:r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8F0D72F-F001-49A7-92BF-7C062A394F7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67563" y="1339162"/>
            <a:ext cx="4441825" cy="4710801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/>
            </a:lvl1pPr>
          </a:lstStyle>
          <a:p>
            <a:pPr lvl="0"/>
            <a:r>
              <a:rPr lang="ko-KR" altLang="en-US" dirty="0" err="1"/>
              <a:t>일이삼사오육칠팔구십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8152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5B714EE6-BF59-614C-B8E1-08EFA16669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0D6A740E-8230-5742-B416-981DE4905D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266" y="1035789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sz="4400">
                <a:solidFill>
                  <a:schemeClr val="bg1"/>
                </a:solidFill>
                <a:latin typeface="Noto Sans KR Black" panose="020B0A00000000000000" pitchFamily="50" charset="-127"/>
                <a:ea typeface="Noto Sans KR Black" panose="020B0A00000000000000" pitchFamily="50" charset="-127"/>
                <a:cs typeface="Noto Sans Black" panose="020B0A02040504020204" pitchFamily="34" charset="0"/>
              </a:defRPr>
            </a:lvl1pPr>
          </a:lstStyle>
          <a:p>
            <a:r>
              <a:rPr kumimoji="1" lang="en-US" altLang="ko-KR" dirty="0"/>
              <a:t>01</a:t>
            </a:r>
            <a:endParaRPr kumimoji="1" lang="ko-KR" altLang="en-US" dirty="0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0D6A740E-8230-5742-B416-981DE4905D6F}"/>
              </a:ext>
            </a:extLst>
          </p:cNvPr>
          <p:cNvSpPr txBox="1">
            <a:spLocks/>
          </p:cNvSpPr>
          <p:nvPr userDrawn="1"/>
        </p:nvSpPr>
        <p:spPr>
          <a:xfrm>
            <a:off x="948266" y="216437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Noto Sans Black" panose="020B0A00000000000000" pitchFamily="34" charset="-128"/>
                <a:ea typeface="Noto Sans Black" panose="020B0A00000000000000" pitchFamily="34" charset="-128"/>
                <a:cs typeface="+mj-cs"/>
              </a:defRPr>
            </a:lvl1pPr>
          </a:lstStyle>
          <a:p>
            <a:endParaRPr kumimoji="1" lang="ko-KR" altLang="en-US" dirty="0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0D6A740E-8230-5742-B416-981DE4905D6F}"/>
              </a:ext>
            </a:extLst>
          </p:cNvPr>
          <p:cNvSpPr txBox="1">
            <a:spLocks/>
          </p:cNvSpPr>
          <p:nvPr userDrawn="1"/>
        </p:nvSpPr>
        <p:spPr>
          <a:xfrm>
            <a:off x="948266" y="169033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Noto Sans Black" panose="020B0A00000000000000" pitchFamily="34" charset="-128"/>
                <a:ea typeface="Noto Sans Black" panose="020B0A00000000000000" pitchFamily="34" charset="-128"/>
                <a:cs typeface="+mj-cs"/>
              </a:defRPr>
            </a:lvl1pPr>
          </a:lstStyle>
          <a:p>
            <a:endParaRPr kumimoji="1" lang="ko-KR" altLang="en-US" dirty="0">
              <a:latin typeface="Noto Sans Medium" panose="020B0600000000000000" pitchFamily="34" charset="-128"/>
              <a:ea typeface="Noto Sans Medium" panose="020B0600000000000000" pitchFamily="34" charset="-128"/>
            </a:endParaRPr>
          </a:p>
        </p:txBody>
      </p:sp>
      <p:sp>
        <p:nvSpPr>
          <p:cNvPr id="13" name="텍스트 개체 틀 12"/>
          <p:cNvSpPr>
            <a:spLocks noGrp="1"/>
          </p:cNvSpPr>
          <p:nvPr>
            <p:ph type="body" sz="quarter" idx="10"/>
          </p:nvPr>
        </p:nvSpPr>
        <p:spPr>
          <a:xfrm>
            <a:off x="1247775" y="2099309"/>
            <a:ext cx="10215563" cy="17573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4400">
                <a:solidFill>
                  <a:schemeClr val="bg1"/>
                </a:solidFill>
                <a:latin typeface="Noto Sans KR Medium" panose="020B0600000000000000" pitchFamily="50" charset="-127"/>
                <a:ea typeface="Noto Sans KR Medium" panose="020B0600000000000000" pitchFamily="50" charset="-127"/>
                <a:cs typeface="Noto Sans Medium" panose="020B0602040504020204" pitchFamily="34" charset="0"/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4190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7BA5D836-61B7-E840-8346-A85D02A3BE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5C665A60-2D0C-B946-9477-E7356F5FF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91" y="297454"/>
            <a:ext cx="10515600" cy="484743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400">
                <a:solidFill>
                  <a:srgbClr val="FE9015"/>
                </a:solidFill>
                <a:latin typeface="Noto Sans KR Medium" panose="020B0600000000000000" pitchFamily="50" charset="-127"/>
                <a:ea typeface="Noto Sans KR Medium" panose="020B0600000000000000" pitchFamily="50" charset="-127"/>
                <a:cs typeface="Noto Sans Medium" panose="020B0602040504020204" pitchFamily="34" charset="0"/>
              </a:defRPr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9825E92B-F45E-9F4E-9F4C-3643F2AAB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9142" y="1035587"/>
            <a:ext cx="11385856" cy="505406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500000000000000" pitchFamily="50" charset="-127"/>
                <a:ea typeface="Noto Sans KR" panose="020B0500000000000000" pitchFamily="50" charset="-127"/>
                <a:cs typeface="Noto Sans" panose="020B0502040504020204" pitchFamily="34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211407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지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CEBB4FE-0489-7841-AECB-D9F5107A18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197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0136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4" r:id="rId5"/>
    <p:sldLayoutId id="2147483661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ans KR Medium" panose="020B0600000000000000" pitchFamily="50" charset="-127"/>
          <a:ea typeface="Noto Sans KR Medium" panose="020B0600000000000000" pitchFamily="50" charset="-127"/>
          <a:cs typeface="Noto Sans Medium" panose="020B0602040504020204" pitchFamily="34" charset="0"/>
        </a:defRPr>
      </a:lvl1pPr>
    </p:titleStyle>
    <p:bodyStyle>
      <a:lvl1pPr marL="0" indent="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bg1"/>
          </a:solidFill>
          <a:latin typeface="Noto Sans KR Medium" panose="020B0600000000000000" pitchFamily="50" charset="-127"/>
          <a:ea typeface="Noto Sans KR Medium" panose="020B0600000000000000" pitchFamily="50" charset="-127"/>
          <a:cs typeface="Noto Sans Medium" panose="020B0602040504020204" pitchFamily="34" charset="0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 KR Medium" panose="020B0600000000000000" pitchFamily="50" charset="-127"/>
          <a:ea typeface="Noto Sans KR Medium" panose="020B0600000000000000" pitchFamily="50" charset="-127"/>
          <a:cs typeface="Noto Sans" panose="020B0502040504020204" pitchFamily="34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 KR Medium" panose="020B0600000000000000" pitchFamily="50" charset="-127"/>
          <a:ea typeface="Noto Sans KR Medium" panose="020B0600000000000000" pitchFamily="50" charset="-127"/>
          <a:cs typeface="Noto Sans" panose="020B0502040504020204" pitchFamily="34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 Medium" panose="020B0600000000000000" pitchFamily="50" charset="-127"/>
          <a:ea typeface="Noto Sans KR Medium" panose="020B0600000000000000" pitchFamily="50" charset="-127"/>
          <a:cs typeface="Noto Sans" panose="020B0502040504020204" pitchFamily="34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 Medium" panose="020B0600000000000000" pitchFamily="50" charset="-127"/>
          <a:ea typeface="Noto Sans KR Medium" panose="020B0600000000000000" pitchFamily="50" charset="-127"/>
          <a:cs typeface="Noto Sans" panose="020B0502040504020204" pitchFamily="34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THKC</a:t>
            </a:r>
            <a:br>
              <a:rPr lang="en-US" altLang="ko-KR" dirty="0"/>
            </a:br>
            <a:r>
              <a:rPr lang="en-US" altLang="ko-KR" dirty="0"/>
              <a:t>2022</a:t>
            </a:r>
            <a:r>
              <a:rPr lang="ko-KR" altLang="en-US" dirty="0"/>
              <a:t>년 하반기 </a:t>
            </a:r>
            <a:r>
              <a:rPr lang="en-US" altLang="ko-KR" dirty="0"/>
              <a:t>Wrap up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플랫폼운영사업부 </a:t>
            </a:r>
            <a:r>
              <a:rPr lang="ko-KR" altLang="en-US" dirty="0" err="1"/>
              <a:t>마케팅팀</a:t>
            </a:r>
            <a:endParaRPr lang="ko-KR" altLang="en-US" dirty="0"/>
          </a:p>
          <a:p>
            <a:r>
              <a:rPr lang="en-US" altLang="ko-KR" dirty="0">
                <a:ea typeface="Noto Sans Medium" panose="020B0602040504020204" pitchFamily="34" charset="0"/>
              </a:rPr>
              <a:t>2023.01.02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8224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THKC</a:t>
            </a:r>
            <a:br>
              <a:rPr lang="en-US" altLang="ko-KR" dirty="0"/>
            </a:br>
            <a:r>
              <a:rPr lang="en-US" altLang="ko-KR" dirty="0"/>
              <a:t>2022</a:t>
            </a:r>
            <a:r>
              <a:rPr lang="ko-KR" altLang="en-US" dirty="0"/>
              <a:t>년 하반기 </a:t>
            </a:r>
            <a:r>
              <a:rPr lang="en-US" altLang="ko-KR" dirty="0"/>
              <a:t>Wrap up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>
                <a:latin typeface="Noto Sans Medium" panose="020B0602040504020204" pitchFamily="34" charset="0"/>
              </a:rPr>
              <a:t>플랫폼운영사업부 </a:t>
            </a:r>
            <a:r>
              <a:rPr lang="ko-KR" altLang="en-US" dirty="0" err="1">
                <a:latin typeface="Noto Sans Medium" panose="020B0602040504020204" pitchFamily="34" charset="0"/>
              </a:rPr>
              <a:t>마케팅팀</a:t>
            </a:r>
            <a:endParaRPr lang="ko-KR" altLang="en-US" dirty="0">
              <a:latin typeface="Noto Sans Medium" panose="020B0602040504020204" pitchFamily="34" charset="0"/>
            </a:endParaRPr>
          </a:p>
          <a:p>
            <a:r>
              <a:rPr lang="en-US" altLang="ko-KR" dirty="0">
                <a:latin typeface="Noto Sans Medium" panose="020B0602040504020204" pitchFamily="34" charset="0"/>
                <a:ea typeface="Noto Sans Medium" panose="020B0602040504020204" pitchFamily="34" charset="0"/>
              </a:rPr>
              <a:t>2023.01.02</a:t>
            </a:r>
            <a:endParaRPr lang="ko-KR" altLang="en-US" dirty="0">
              <a:latin typeface="Noto Sans Medium" panose="020B06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7841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E1B046-3CE1-49D3-AB3F-DAE0EEB2C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064E98-4B47-4C8E-93D6-40899924C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</a:p>
          <a:p>
            <a:r>
              <a:rPr lang="en-US" altLang="ko-KR" dirty="0"/>
              <a:t>02</a:t>
            </a:r>
          </a:p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DE7B1F5-C250-4E30-A046-3C6310CE8E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err="1"/>
              <a:t>일이삼사오육칠팔구</a:t>
            </a:r>
            <a:endParaRPr lang="en-US" altLang="ko-KR" dirty="0"/>
          </a:p>
          <a:p>
            <a:r>
              <a:rPr lang="ko-KR" altLang="en-US" dirty="0" err="1"/>
              <a:t>일이삼사오육칠팔구</a:t>
            </a:r>
            <a:endParaRPr lang="en-US" altLang="ko-KR" dirty="0"/>
          </a:p>
          <a:p>
            <a:r>
              <a:rPr lang="ko-KR" altLang="en-US" dirty="0" err="1"/>
              <a:t>일이삼사오육칠팔구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7030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텍스트를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295804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02</a:t>
            </a:r>
            <a:r>
              <a:rPr lang="en-US" altLang="ko-KR" dirty="0"/>
              <a:t> </a:t>
            </a:r>
            <a:r>
              <a:rPr lang="ko-KR" altLang="en-US" dirty="0"/>
              <a:t>하반기 </a:t>
            </a:r>
            <a:r>
              <a:rPr lang="en-US" altLang="ko-KR" dirty="0"/>
              <a:t>/ MKT Wrap up 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내용을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627993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9075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000" dirty="0" err="1" smtClean="0">
            <a:solidFill>
              <a:schemeClr val="bg1"/>
            </a:solidFill>
            <a:latin typeface="Noto Sans KR Medium" panose="020B0600000000000000" pitchFamily="50" charset="-127"/>
            <a:ea typeface="Noto Sans KR Medium" panose="020B0600000000000000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38</Words>
  <Application>Microsoft Office PowerPoint</Application>
  <PresentationFormat>와이드스크린</PresentationFormat>
  <Paragraphs>17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Noto Sans KR Medium</vt:lpstr>
      <vt:lpstr>Noto Sans Black</vt:lpstr>
      <vt:lpstr>Noto Sans Medium</vt:lpstr>
      <vt:lpstr>Noto Sans KR Black</vt:lpstr>
      <vt:lpstr>Noto Sans KR</vt:lpstr>
      <vt:lpstr>Arial</vt:lpstr>
      <vt:lpstr>Office 테마</vt:lpstr>
      <vt:lpstr>THKC 2022년 하반기 Wrap up</vt:lpstr>
      <vt:lpstr>THKC 2022년 하반기 Wrap up</vt:lpstr>
      <vt:lpstr>Contents</vt:lpstr>
      <vt:lpstr>02</vt:lpstr>
      <vt:lpstr>02 하반기 / MKT Wrap up 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THKC 2022년 하반기 Wrap up</dc:title>
  <dc:creator>THKC</dc:creator>
  <cp:lastModifiedBy>user</cp:lastModifiedBy>
  <cp:revision>14</cp:revision>
  <dcterms:created xsi:type="dcterms:W3CDTF">2022-12-30T02:34:35Z</dcterms:created>
  <dcterms:modified xsi:type="dcterms:W3CDTF">2023-01-16T05:29:30Z</dcterms:modified>
</cp:coreProperties>
</file>